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58882A"/>
    <a:srgbClr val="16220A"/>
    <a:srgbClr val="E5E5E5"/>
    <a:srgbClr val="F2F2F2"/>
    <a:srgbClr val="262626"/>
    <a:srgbClr val="FBFAF3"/>
    <a:srgbClr val="686868"/>
    <a:srgbClr val="503AA8"/>
    <a:srgbClr val="F6C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85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213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90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660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818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197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53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569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489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519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20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707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27D98-0BE6-459A-AC12-F79B83E7696D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5EBC1-EF9E-42D3-8CFC-D4AA1A009A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927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1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r" defTabSz="719907" rtl="1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8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DDBE2C-51C1-4E37-3AAC-9EA2AE0DB58B}"/>
              </a:ext>
            </a:extLst>
          </p:cNvPr>
          <p:cNvSpPr txBox="1"/>
          <p:nvPr/>
        </p:nvSpPr>
        <p:spPr>
          <a:xfrm>
            <a:off x="0" y="-1267221"/>
            <a:ext cx="7199313" cy="9248686"/>
          </a:xfrm>
          <a:prstGeom prst="rect">
            <a:avLst/>
          </a:prstGeom>
          <a:noFill/>
          <a:effectLst/>
        </p:spPr>
        <p:txBody>
          <a:bodyPr wrap="square" rtlCol="1">
            <a:spAutoFit/>
          </a:bodyPr>
          <a:lstStyle/>
          <a:p>
            <a:pPr algn="ctr"/>
            <a:r>
              <a:rPr lang="he-IL" sz="60000" dirty="0">
                <a:solidFill>
                  <a:srgbClr val="16220A"/>
                </a:solidFill>
                <a:effectLst>
                  <a:glow>
                    <a:srgbClr val="118191"/>
                  </a:glow>
                </a:effectLst>
                <a:latin typeface="Suez One" panose="00000500000000000000" pitchFamily="2" charset="-79"/>
                <a:cs typeface="Suez One" panose="00000500000000000000" pitchFamily="2" charset="-79"/>
              </a:rPr>
              <a:t>ש</a:t>
            </a:r>
          </a:p>
        </p:txBody>
      </p:sp>
    </p:spTree>
    <p:extLst>
      <p:ext uri="{BB962C8B-B14F-4D97-AF65-F5344CB8AC3E}">
        <p14:creationId xmlns:p14="http://schemas.microsoft.com/office/powerpoint/2010/main" val="2732772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Suez One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Sraya Ansbacher</dc:creator>
  <cp:lastModifiedBy>Sraya Ansbacher</cp:lastModifiedBy>
  <cp:revision>5</cp:revision>
  <dcterms:created xsi:type="dcterms:W3CDTF">2024-10-30T19:02:31Z</dcterms:created>
  <dcterms:modified xsi:type="dcterms:W3CDTF">2026-03-24T05:18:00Z</dcterms:modified>
</cp:coreProperties>
</file>